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A/B Test: Fare Amount by Payment Type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Automatidata  |  NYC Taxi &amp; Limousine Commission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3: The Power of Statistics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1737360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4173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Two-sample t-test (Welch's)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mean fare amounts between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(n = ~180K) and cash (n = ~150K)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customers. Significance level: α = 0.05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91440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914400"/>
            <a:ext cx="54864" cy="1737360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05156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10058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Results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8348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86A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$13.43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537960" y="1417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903720" y="14173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$12.21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498348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903720" y="17830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983480" y="21488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p-value: 6.8e⁻¹²  |  t-stat: 6.87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983480" y="23774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H₀ — statistically significant difference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457200" y="2880360"/>
            <a:ext cx="512064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7200" y="2880360"/>
            <a:ext cx="54864" cy="1920240"/>
          </a:xfrm>
          <a:prstGeom prst="rect">
            <a:avLst/>
          </a:prstGeom>
          <a:solidFill>
            <a:srgbClr val="2E86A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51560" y="29718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85800" y="338328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credit card payments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increase fare revenue — ensure all vehicles have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card readers and consider small incentives.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confounding variables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(trip distance, time of day) before attributing the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to payment method alone.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852160" y="2880360"/>
            <a:ext cx="2834640" cy="19202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852160" y="2880360"/>
            <a:ext cx="54864" cy="192024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017520"/>
            <a:ext cx="256032" cy="25603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00800" y="29718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Caveats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080760" y="3383280"/>
            <a:ext cx="2423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self-select payment method — this is an observational study, not a true experiment.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Tip_amount is only recorded for credit card payments; cash tips are excluded from the data.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3 Executive Summary - A/B Test Results</dc:title>
  <dc:subject>PptxGenJS Presentation</dc:subject>
  <dc:creator>Automatidata</dc:creator>
  <cp:lastModifiedBy>Automatidata</cp:lastModifiedBy>
  <cp:revision>1</cp:revision>
  <dcterms:created xsi:type="dcterms:W3CDTF">2026-06-03T10:07:29Z</dcterms:created>
  <dcterms:modified xsi:type="dcterms:W3CDTF">2026-06-03T10:07:29Z</dcterms:modified>
</cp:coreProperties>
</file>