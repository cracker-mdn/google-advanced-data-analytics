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51560"/>
          </a:xfrm>
          <a:prstGeom prst="rect">
            <a:avLst/>
          </a:prstGeom>
          <a:solidFill>
            <a:srgbClr val="0F2C4A"/>
          </a:solidFill>
          <a:ln w="12700">
            <a:solidFill>
              <a:srgbClr val="0F2C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74320"/>
            <a:ext cx="502920" cy="502920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74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51560" y="1828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 TLC Fare Prediction Model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56692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 ·  Automatidata for NYC Taxi &amp; Limousine Commission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869680" y="3200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4  ·  Regression Analysis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F5C5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417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6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multiple linear regression model to predict NYC taxi fare amounts before the ride begins, using route-level features derived from 2017 Yellow Taxi Trip Data (~408K rides). Purpose: give riders upfront fare transparency and support operational planning at NYC TLC.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057400"/>
            <a:ext cx="112471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E5E7E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" y="219456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F2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2560320"/>
            <a:ext cx="6949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F2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(test set)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36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0.87   ·   MAE = $2.1   ·   MSE = 14.36   ·   RMSE = $3.8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6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 of variance in fare amount explained. Similar train/test scores indicate no overfitting.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6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is the strongest predictor: each additional mile adds approximately $2 to the fare.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36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cluster tightly along the y = x line, confirming strong model accuracy across the fare range.</a:t>
            </a:r>
            <a:endParaRPr lang="en-US" sz="13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2286000"/>
            <a:ext cx="1965960" cy="196596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9692640" y="292608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vs. Predicted fare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6E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(test set)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57200" y="4526280"/>
            <a:ext cx="3685032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E5E7E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40080" y="4663440"/>
            <a:ext cx="3319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0F2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325112" y="4526280"/>
            <a:ext cx="3685032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E5E7E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507992" y="4663440"/>
            <a:ext cx="3319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0F2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8193024" y="4526280"/>
            <a:ext cx="3685032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E5E7EA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8375904" y="4663440"/>
            <a:ext cx="3319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0F2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CAVEATS &amp; NEXT STEPS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40080" y="4983480"/>
            <a:ext cx="33192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F2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Linear Regression (OLS)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6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Predictors: mean route distance, mean route duration, rush-hour flag, vendor ID.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6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train-test split; StandardScaler applied only to training data.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6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Cleaning: negative values imputed to 0; IQR-based winsorization capped extreme outliers.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507992" y="4983480"/>
            <a:ext cx="33192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F2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as an upfront fare estimator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6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riders an expected fare at booking using pickup/dropoff zones, day, time, and rush-hour status.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6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JFK trips (RatecodeID = 2) separately: impute the $52 flat rate directly.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6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the MAE transparently so riders understand accuracy.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375904" y="4983480"/>
            <a:ext cx="33192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F2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assumptions verified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6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Linearity, independence, near-normal residuals, and homoscedasticity all met.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6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Caveats: high correlation (0.87) between mean_distance and mean_duration; cash tips not recorded; some routes under-represented.</a:t>
            </a:r>
            <a:endParaRPr lang="en-US" sz="1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6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retrain periodically; request data for under-represented routes; test Ridge/Lasso.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57200" y="6583680"/>
            <a:ext cx="11247120" cy="0"/>
          </a:xfrm>
          <a:prstGeom prst="line">
            <a:avLst/>
          </a:prstGeom>
          <a:noFill/>
          <a:ln w="6350">
            <a:solidFill>
              <a:srgbClr val="E5E7E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7200" y="662025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NYC TLC · Automatidata Data Analytics Team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4846320" y="6620256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OLS Multiple Linear Regression  ·  R² = 0.87  ·  MAE = $2.1  ·  RMSE = $3.8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NYC TLC Fare Prediction — Executive Summary</dc:title>
  <dc:subject>PptxGenJS Presentation</dc:subject>
  <dc:creator>Automatidata</dc:creator>
  <cp:lastModifiedBy>Automatidata</cp:lastModifiedBy>
  <cp:revision>1</cp:revision>
  <dcterms:created xsi:type="dcterms:W3CDTF">2026-07-01T08:50:59Z</dcterms:created>
  <dcterms:modified xsi:type="dcterms:W3CDTF">2026-07-01T08:50:59Z</dcterms:modified>
</cp:coreProperties>
</file>