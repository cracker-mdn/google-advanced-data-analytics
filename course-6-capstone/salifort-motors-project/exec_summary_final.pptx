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&amp; Preventing Employee Turnover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Salifort Motors  ·  HR Analytics Capstone — Executive Summary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E9F1EC"/>
          </a:solidFill>
          <a:ln/>
          <a:effectLst>
            <a:outerShdw sx="100000" sy="100000" kx="0" ky="0" algn="bl" rotWithShape="0" blurRad="76200" dist="25400" dir="5400000">
              <a:srgbClr val="6B7A7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298448"/>
            <a:ext cx="402336" cy="402336"/>
          </a:xfrm>
          <a:prstGeom prst="ellipse">
            <a:avLst/>
          </a:prstGeom>
          <a:solidFill>
            <a:srgbClr val="1F4D36"/>
          </a:solidFill>
          <a:ln/>
        </p:spPr>
      </p:sp>
      <p:pic>
        <p:nvPicPr>
          <p:cNvPr id="6" name="Image 0" descr="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380744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24358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1755648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Salifort Motors surveyed its workforce to understand rising employee turnover. This project analyzes 11,991 cleaned employee records to uncover what drives attrition and build a model that flags at-risk employees before they leave — giving HR time to act.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09728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E9F1EC"/>
          </a:solidFill>
          <a:ln/>
          <a:effectLst>
            <a:outerShdw sx="100000" sy="100000" kx="0" ky="0" algn="bl" rotWithShape="0" blurRad="76200" dist="25400" dir="5400000">
              <a:srgbClr val="6B7A7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1298448"/>
            <a:ext cx="402336" cy="402336"/>
          </a:xfrm>
          <a:prstGeom prst="ellipse">
            <a:avLst/>
          </a:prstGeom>
          <a:solidFill>
            <a:srgbClr val="1F4D36"/>
          </a:solidFill>
          <a:ln/>
        </p:spPr>
      </p:sp>
      <p:pic>
        <p:nvPicPr>
          <p:cNvPr id="11" name="Image 1" descr="proble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1380744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124358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492240" y="173736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C97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16.6% of employees left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de-duplication. Attrition splits into three distinct profiles: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492240" y="217627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Underworked &amp; disengaged (2 projects)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Overworked &amp; burned out (6–7 projects)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Satisfied, but left anyway — likely external offers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7200" y="315468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E9F1EC"/>
          </a:solidFill>
          <a:ln/>
          <a:effectLst>
            <a:outerShdw sx="100000" sy="100000" kx="0" ky="0" algn="bl" rotWithShape="0" blurRad="76200" dist="25400" dir="5400000">
              <a:srgbClr val="6B7A72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3232" y="3355848"/>
            <a:ext cx="402336" cy="402336"/>
          </a:xfrm>
          <a:prstGeom prst="ellipse">
            <a:avLst/>
          </a:prstGeom>
          <a:solidFill>
            <a:srgbClr val="1F4D36"/>
          </a:solidFill>
          <a:ln/>
        </p:spPr>
      </p:sp>
      <p:pic>
        <p:nvPicPr>
          <p:cNvPr id="17" name="Image 2" descr="solu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438144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330098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731520" y="3794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XGBoost classifier was tuned via 5-fold cross-validated grid search to predict attrition from workload, tenure, performance, and compensation data.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731520" y="43251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7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90.8%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731520" y="46725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2377440" y="43251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7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93.6%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2377440" y="46725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4023360" y="43251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7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0.972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4023360" y="46725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217920" y="315468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E9F1EC"/>
          </a:solidFill>
          <a:ln/>
          <a:effectLst>
            <a:outerShdw sx="100000" sy="100000" kx="0" ky="0" algn="bl" rotWithShape="0" blurRad="76200" dist="25400" dir="5400000">
              <a:srgbClr val="6B7A72">
                <a:alpha val="1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473952" y="3355848"/>
            <a:ext cx="402336" cy="402336"/>
          </a:xfrm>
          <a:prstGeom prst="ellipse">
            <a:avLst/>
          </a:prstGeom>
          <a:solidFill>
            <a:srgbClr val="1F4D36"/>
          </a:solidFill>
          <a:ln/>
        </p:spPr>
      </p:sp>
      <p:pic>
        <p:nvPicPr>
          <p:cNvPr id="28" name="Image 3" descr="detail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3438144"/>
            <a:ext cx="201168" cy="20116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95160" y="330098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&amp; Limitations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6492240" y="37947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6492240" y="3995928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9 in 10 employees who actually leave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Explainable: tenure &amp; workload drive risk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6492240" y="45262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6492240" y="47457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exit-interview or comp-trend data captured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457200" y="5074920"/>
            <a:ext cx="11247120" cy="1508760"/>
          </a:xfrm>
          <a:prstGeom prst="roundRect">
            <a:avLst>
              <a:gd name="adj" fmla="val 4848"/>
            </a:avLst>
          </a:prstGeom>
          <a:solidFill>
            <a:srgbClr val="E9F1EC"/>
          </a:solidFill>
          <a:ln/>
          <a:effectLst>
            <a:outerShdw sx="100000" sy="100000" kx="0" ky="0" algn="bl" rotWithShape="0" blurRad="76200" dist="25400" dir="5400000">
              <a:srgbClr val="6B7A72">
                <a:alpha val="18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713232" y="5276088"/>
            <a:ext cx="402336" cy="402336"/>
          </a:xfrm>
          <a:prstGeom prst="ellipse">
            <a:avLst/>
          </a:prstGeom>
          <a:solidFill>
            <a:srgbClr val="1F4D36"/>
          </a:solidFill>
          <a:ln/>
        </p:spPr>
      </p:sp>
      <p:pic>
        <p:nvPicPr>
          <p:cNvPr id="36" name="Image 4" descr="nextste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358384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234440" y="522122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Next Steps</a:t>
            </a:r>
            <a:endParaRPr lang="en-US" sz="1800" dirty="0"/>
          </a:p>
        </p:txBody>
      </p:sp>
      <p:sp>
        <p:nvSpPr>
          <p:cNvPr id="38" name="Text 31"/>
          <p:cNvSpPr/>
          <p:nvPr/>
        </p:nvSpPr>
        <p:spPr>
          <a:xfrm>
            <a:off x="731520" y="571500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 project-load policy — both 2 and 6–7 project assignments show sharply elevated attrition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retention check-in at the 5-year tenure mark — the single highest-risk point (45% attrition)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6217920" y="571500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the “satisfied but left” group with compensation/growth paths, not engagement programs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model for proactive, supportive HR outreach — never as a disciplinary tool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2026-08-09T08:12:22Z</dcterms:created>
  <dcterms:modified xsi:type="dcterms:W3CDTF">2026-08-09T08:12:22Z</dcterms:modified>
</cp:coreProperties>
</file>